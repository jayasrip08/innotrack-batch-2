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63" r:id="rId5"/>
    <p:sldId id="264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4198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 ·  DAY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" y="1057187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Individual Project Begins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16459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4323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saving models with pickle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852928"/>
            <a:ext cx="16459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8163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assignments revealed — 17 students, 17 unique projects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236976"/>
            <a:ext cx="16459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2004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dataset + start EDA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621024"/>
            <a:ext cx="16459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5844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structure setup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05072"/>
            <a:ext cx="16459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9684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day: working model + .pkl submitted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5</a:t>
            </a:r>
            <a:endParaRPr lang="en-US" sz="9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94C63A12-6432-CA7C-4CB0-4D5FD5B27E18}"/>
              </a:ext>
            </a:extLst>
          </p:cNvPr>
          <p:cNvSpPr/>
          <p:nvPr/>
        </p:nvSpPr>
        <p:spPr>
          <a:xfrm>
            <a:off x="393192" y="1875223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/>
              <a:t>Do every task using your project dataset, and also go through the diabetics  risk predictor code that I given in </a:t>
            </a:r>
            <a:r>
              <a:rPr lang="en-US" sz="2000" dirty="0" err="1"/>
              <a:t>github</a:t>
            </a:r>
            <a:r>
              <a:rPr lang="en-US" sz="2000" dirty="0"/>
              <a:t>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 ·  Days 1–4 in 5 minutes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8458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94360"/>
            <a:ext cx="45720" cy="6217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594360"/>
            <a:ext cx="749808" cy="6217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9436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75895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setup, variables, data types, f-strings, first script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8458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325880"/>
            <a:ext cx="457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325880"/>
            <a:ext cx="7498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32588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149047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if/else, for/while loops, def/return functions, scope &amp; errors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057400"/>
            <a:ext cx="8458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57400"/>
            <a:ext cx="4572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057400"/>
            <a:ext cx="74980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05740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22199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arrays, Pandas DataFrames, load CSV, EDA with describe &amp; groupby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788920"/>
            <a:ext cx="8458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88920"/>
            <a:ext cx="45720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788920"/>
            <a:ext cx="749808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78892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295351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charts, ML concepts, train/test split, Linear Regression, pickle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8458200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20440"/>
            <a:ext cx="45720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520440"/>
            <a:ext cx="749808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52044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368503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Individual project assigned → EDA → model → .pkl → submit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315968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built in 4 days comes together in your project today.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4754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Your Project Folder — Do This First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02336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5720" cy="32918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353312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my-ml-project/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dataset.csv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model.py        ← main file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train.py        ← training script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predict.py      ← load &amp; predict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model.pkl       ← saved model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5196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005840"/>
            <a:ext cx="45720" cy="3291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241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 each file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3716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16276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load → clean → split → train → evaluate → save .pkl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19019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21579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training part. Run this to retrain the model.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4323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predict.py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26883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saved .pkl, take new input, print prediction.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29626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32186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scikit-learn, matplotlib (one per line)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34930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37490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project does, how to run it, accuracy achieved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·  Day 5 — 8 Project Tasks  (Your actual project today!)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48640"/>
            <a:ext cx="45720" cy="9875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548640"/>
            <a:ext cx="292608" cy="2926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48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" y="5669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Load Dataset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822960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your assigned Kaggle/UCI link. Download the CSV. Create your project folder structure. Load the CSV in Python and print shape, head, and dtypes.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316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pd.read_csv(), verify shape matches dataset size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548640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548640"/>
            <a:ext cx="4572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548640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548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65776" y="5669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EDA Report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65776" y="822960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EDA: shape, nulls, describe(), value_counts() on categorical columns, groupby your target. Write 5 observations as comments in your code.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1316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isnull(), describe(), groupby() — use Day 3 code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1627632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1627632"/>
            <a:ext cx="4572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627632"/>
            <a:ext cx="29260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627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" y="164592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Your 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8096" y="1901952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ALL missing values — numeric: fill with mean/median, text: fill with mode or 'Unknown'. Encode text columns. Verify 0 nulls after cleaning.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23957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df.fillna(), pd.get_dummies(), LabelEncoder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1627632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627632"/>
            <a:ext cx="45720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1627632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627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65776" y="164592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Evaluate Model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65776" y="1901952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X and y. Split 80/20. Train RandomForestClassifier or LinearRegression. Print accuracy or RMSE. Try to beat 70% accuracy.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9160" y="23957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RandomForestClassifier or LinearRegression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2706624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2706624"/>
            <a:ext cx="45720" cy="9875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2706624"/>
            <a:ext cx="292608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8096" y="272491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Model + Predict 3 Cases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8096" y="298094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trained model as model.pkl. In predict.py, load the model and predict on 3 different real-world inputs. Print results clearly.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34747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pickle.dump(), pickle.load(), predict_proba()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2706624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2706624"/>
            <a:ext cx="45720" cy="9875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2706624"/>
            <a:ext cx="292608" cy="2926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65776" y="272491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Your Dataset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65776" y="298094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charts specific to YOUR project: distribution of target column, top features vs target, correlation heatmap. Save all as PNG.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09160" y="34747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plt.hist(), plt.scatter(), sns.heatmap(corr)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3785616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785616"/>
            <a:ext cx="4572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3785616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68096" y="380390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README.md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68096" y="4059936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README.md: Project name, problem statement, dataset source, features used, algorithm, accuracy achieved, how to run the code.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5537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Open text editor, write in markdown format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63440" y="3785616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63440" y="3785616"/>
            <a:ext cx="4572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9160" y="3785616"/>
            <a:ext cx="29260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09160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065776" y="380390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Everything to GitHub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065776" y="4059936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Push: data folder (or link), all .py files, model.pkl, 3 chart PNGs, README.md, requirements.txt. Paste GitHub URL on InnoTrack.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709160" y="45537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git add . → git commit → git push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END OF TRACK 1  ·  You have built your first real ML project!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58368"/>
            <a:ext cx="45720" cy="9144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225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658368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658368"/>
            <a:ext cx="457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731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0592" y="1225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26280" y="658368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658368"/>
            <a:ext cx="4572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731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26280" y="1225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ML Model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01968" y="658368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01968" y="658368"/>
            <a:ext cx="4572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731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601968" y="1225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Commits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719072"/>
            <a:ext cx="845820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1719072"/>
            <a:ext cx="4572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737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now have in your GitHub repo: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1993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model.pkl  ·  model.py  ·  predict.py  ·  3 chart PNGs  ·  README.md  ·  requirements.txt  ·  25+ exercise files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2578608"/>
            <a:ext cx="8458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starts Monday — Advanced ML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65760" y="2999232"/>
            <a:ext cx="84582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999232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2999232"/>
            <a:ext cx="6858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99923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70432" y="3044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algorithms comparison — beat your current accuracy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364992"/>
            <a:ext cx="84582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364992"/>
            <a:ext cx="457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3364992"/>
            <a:ext cx="6858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3649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70432" y="341071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with GridSearchCV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730752"/>
            <a:ext cx="84582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730752"/>
            <a:ext cx="45720" cy="3200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3730752"/>
            <a:ext cx="685800" cy="3200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73075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70432" y="377647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basics — MNIST digit classifier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096512"/>
            <a:ext cx="84582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5760" y="4096512"/>
            <a:ext cx="45720" cy="320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4096512"/>
            <a:ext cx="685800" cy="320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09651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70432" y="414223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visualisation + Power BI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4462272"/>
            <a:ext cx="84582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5760" y="4462272"/>
            <a:ext cx="4572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" y="4462272"/>
            <a:ext cx="68580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46227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70432" y="450799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 project demo to mentor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850</Words>
  <Application>Microsoft Office PowerPoint</Application>
  <PresentationFormat>On-screen Show (16:9)</PresentationFormat>
  <Paragraphs>110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Jaya sri</cp:lastModifiedBy>
  <cp:revision>5</cp:revision>
  <dcterms:created xsi:type="dcterms:W3CDTF">2026-06-02T10:00:21Z</dcterms:created>
  <dcterms:modified xsi:type="dcterms:W3CDTF">2026-07-04T15:15:14Z</dcterms:modified>
</cp:coreProperties>
</file>