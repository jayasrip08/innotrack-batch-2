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90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DAY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Your First ML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data. Understand the data. Predict with the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bar, scatter, histogram, 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07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 — simply 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concept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Linear Regression from scratch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59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hands-on exercises (more than yesterday!)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87329" y="2084832"/>
            <a:ext cx="2890910" cy="22311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7057" y="2330313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plt.figure(figsize=(8,5))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plt.bar(['A','B','C','D'],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[85,90,78,92])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plt.title('Grade Distribution')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plt.xlabel('Students')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plt.ylabel('Score')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plt.savefig('grades.png')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Visualise Your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tells you in 2 seconds what a table takes 2 minutes to understand. Always plot before modelling.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45720" cy="15361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719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 has the highest avg score?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6334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plt.bar(x, 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45720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719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relationships.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study time predict grade?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752" y="26334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plt.scatter(x, 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35808"/>
            <a:ext cx="45720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distribution.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scores spread 0–100?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plt.hist(data)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35808"/>
            <a:ext cx="4206240" cy="1536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35808"/>
            <a:ext cx="45720" cy="15361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trends over time.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changes across 3 semesters.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  (Simply)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8458200" cy="621792"/>
          </a:xfrm>
          <a:prstGeom prst="rect">
            <a:avLst/>
          </a:prstGeom>
          <a:solidFill>
            <a:srgbClr val="FFF7F0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5720" cy="6217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0241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rules → Computer follows them →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IF marks &gt; 50 THEN pass ELSE fail  (you write the rule manually)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845820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19072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373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7373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Answers → Computer LEARNS the rules → Predicts on new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1975104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Show 1000 students [studytime, absences] → [grade] → model learns pattern → predicts new student's grade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450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you must know: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45720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099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columns used to make a prediction.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studytime, age, absences, failures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7889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099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column you want to predict.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G3 (final grade)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21608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758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model using data where you already know the answer.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21608"/>
            <a:ext cx="42062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21608"/>
            <a:ext cx="457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758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40325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trained model on NEW data it has never seen before.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— The Golden Rule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a model on data it was trained on. That's like giving students the exam paper beforehand.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9436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— 80%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learns from this)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2377440" cy="5943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— 20%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 evaluate here)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58200" cy="2468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" y="2253996"/>
            <a:ext cx="82570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pd.read_csv('student-mat.csv', sep=';')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Features (inputs) and Target (output)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df[['studytime','failures','absences','age']]  # 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df['G3']                                        # target: final grade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— 80% train, 20% test, random_state fixes the 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print(f"Training samples : {len(X_train)}")   # 316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print(f"Testing samples  : {len(X_test)}")    # 79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print(f"Features used    : {list(X.columns)}")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Rule: random_state=42 means every student gets the SAME 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makes our results reproducible and comparable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617720"/>
            <a:ext cx="8458200" cy="301752"/>
          </a:xfrm>
          <a:prstGeom prst="rect">
            <a:avLst/>
          </a:prstGeom>
          <a:solidFill>
            <a:srgbClr val="FFF7F0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4617720"/>
            <a:ext cx="45720" cy="3017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split BEFORE any processing. Never fit scalers on full data — that leaks test info into training!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893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1188" y="532462"/>
            <a:ext cx="50784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ML Model 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1188" y="1212812"/>
            <a:ext cx="4069079" cy="457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2136" y="1429807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predicts a NUMBER. It draws the best-fit line through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points to make predictions.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755" y="1899578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6309" y="1898259"/>
            <a:ext cx="45719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194" y="2020911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33378" y="202891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2031" y="2489455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" y="2484702"/>
            <a:ext cx="4572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2173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3378" y="2633869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755" y="3007321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276" y="3012597"/>
            <a:ext cx="4572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470" y="3137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33378" y="310210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031" y="3556665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035" y="3556665"/>
            <a:ext cx="4572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194" y="362419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Predict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19310" y="3695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model.predict(X_test)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104250"/>
            <a:ext cx="4069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6311" y="4078224"/>
            <a:ext cx="4572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194" y="412271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33378" y="41924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19" y="128893"/>
            <a:ext cx="4392637" cy="471039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6792" y="279593"/>
            <a:ext cx="4245276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('student-mat.csv',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=';')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[['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studytime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failures','absences','age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['G3']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X_train,X_test,y_train,y_test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train_test_split(X,y,test_size=0.2,random_state=42)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TRAIN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PREDICT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EVALUATE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mean_squared_error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= r2_score(y_test, y_pred)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print(f"MSE (avg error²) : {mse:.2f}")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print(f"RMSE (avg error) : {np.sqrt(mse):.2f} grade points")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 Score          : {r2:.3f}  (1.0 = perfect)")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PREDICT A NEW STUDENT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new_student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[[3, 0, 2, 17]]  # studytime=3h, 0 failures, 2 absences, 17 yrs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model.predict(new_student)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print(f"Predicted grade: {grade[0]:.1f}")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Day 4 — 8 Practice Exercises  (More than yesterday!)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48640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in One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student dataset, create all chart types in one .py file: bar (grade by school), scatter (G1 vs G3), histogram (age), line (G1→G2→G3 avg trend). Save each as PNG.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plt.savefig(), 4 separate plt.figure()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548640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577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Styled Chart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6577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bar chart showing avg grade by study time. Add title, axis labels, custom colors per bar, a horizontal dashed line at the mean grade, and a legend.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plt.axhline(), plt.legend(), color list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627632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Explorer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student dataset. Try 3 different test_size values: 0.1, 0.2, 0.3. For each, print train size and test size. Which split gives the best model performance?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train_test_split(test_size=...)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6577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Regression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6577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Linear Regression using ALL numeric columns as features to predict G3. Print RMSE and R² score. Also predict the grade for a new student of your choice.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df.select_dtypes(include='number')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706624"/>
            <a:ext cx="45720" cy="9875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 separate Linear Regression models using only 1 feature each: studytime, failures, absences, G1. Compare RMSE of all 4. Which single feature predicts best?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Loop over features, compare RMSE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706624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6577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vs Actual Plot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6577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 your model, create a scatter plot: x-axis = actual G3 grades, y-axis = predicted G3 grades. Add a red diagonal line (perfect predictions). Are points close to it?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plt.scatter(y_test, y_pred)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85616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809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Model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best model you found so far. Save it using pickle. Then in a NEW .py file, load the saved model and use it to predict grade for 3 different students.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import pickle; pickle.dump(); pickle.load()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785616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6577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Start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6577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paper (or as a comment block): Write your project name, the dataset, your 4 features (X columns), your target (y column), and what question your model will answer.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code needed — planning exercise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—  What You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77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859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bar, scatter, histogram, 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2710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71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252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Machine Learning actually 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 vs Target (y)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— why and how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train, predict, evaluate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825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R² — reading model accuracy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model with pickle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"/>
            <a:ext cx="3931920" cy="35753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01169"/>
            <a:ext cx="45719" cy="3575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37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5:00 PM Today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566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InnoTrack: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868680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868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30368" y="8869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exercise .py files pushed to GitHub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1307592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307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0368" y="13258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PNG images saved and uploaded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83480" y="1746504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30368" y="17647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.pkl model file in GitHub repo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2185416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185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0368" y="220370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 on InnoTrack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83480" y="2624328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624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30368" y="26426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+ notes (what model did you build?)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3273552"/>
            <a:ext cx="3931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5:  How to save a model 🎯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4</a:t>
            </a:r>
            <a:endParaRPr lang="en-US" sz="9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24AB1CDB-8134-09E3-28B0-ACB5EA8489EB}"/>
              </a:ext>
            </a:extLst>
          </p:cNvPr>
          <p:cNvSpPr/>
          <p:nvPr/>
        </p:nvSpPr>
        <p:spPr>
          <a:xfrm>
            <a:off x="457199" y="4133791"/>
            <a:ext cx="78990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( Try to do it for your project Dataset) + Visual demo.py code = Totally 9 task for today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1660</Words>
  <Application>Microsoft Office PowerPoint</Application>
  <PresentationFormat>On-screen Show (16:9)</PresentationFormat>
  <Paragraphs>197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6</cp:revision>
  <dcterms:created xsi:type="dcterms:W3CDTF">2026-06-02T10:00:21Z</dcterms:created>
  <dcterms:modified xsi:type="dcterms:W3CDTF">2026-07-03T17:50:13Z</dcterms:modified>
</cp:coreProperties>
</file>